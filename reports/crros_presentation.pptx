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AFB5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5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8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36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8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0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68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0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50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3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710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28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600826D-7587-4474-8FB2-8391CC7307C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7AFD0A9-E6D5-4C0C-9200-3FBBE7068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5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C9C3-165F-08EC-79F3-F59AF2380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636"/>
            <a:ext cx="9144000" cy="16557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Customer Retention &amp; Revenue Optimization System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17273-5575-0229-ED2E-2B0677DEA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4399"/>
            <a:ext cx="9144000" cy="43656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Identifying high-value customers to maximize business impact</a:t>
            </a:r>
            <a:endParaRPr lang="en-IN" sz="24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89202A6-0F2C-4316-4DF3-57153FD476B6}"/>
              </a:ext>
            </a:extLst>
          </p:cNvPr>
          <p:cNvSpPr txBox="1">
            <a:spLocks/>
          </p:cNvSpPr>
          <p:nvPr/>
        </p:nvSpPr>
        <p:spPr>
          <a:xfrm>
            <a:off x="1436914" y="5346019"/>
            <a:ext cx="9144000" cy="9833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Nibedita Sahu</a:t>
            </a:r>
          </a:p>
          <a:p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 Science &amp; Machine Learning</a:t>
            </a:r>
            <a:endParaRPr lang="en-IN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98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3C00-7428-1A35-A604-6B6133D0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C6386C-5ECF-E6E3-612B-451EC7D99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24E8A-C8F1-1E63-37C8-7A02FE530631}"/>
              </a:ext>
            </a:extLst>
          </p:cNvPr>
          <p:cNvSpPr txBox="1"/>
          <p:nvPr/>
        </p:nvSpPr>
        <p:spPr>
          <a:xfrm>
            <a:off x="952500" y="1349828"/>
            <a:ext cx="1028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 all customers contribute equally to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Marketing budgets are limited.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Targeting the wrong customers leads to wasted spend.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A67C5-CB2A-17F8-8392-3EA075FAF1A3}"/>
              </a:ext>
            </a:extLst>
          </p:cNvPr>
          <p:cNvSpPr txBox="1"/>
          <p:nvPr/>
        </p:nvSpPr>
        <p:spPr>
          <a:xfrm>
            <a:off x="952500" y="2971799"/>
            <a:ext cx="1028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How do we identify the right customers to maximize revenue efficiently?</a:t>
            </a:r>
            <a:endParaRPr lang="en-IN" sz="24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C579B-AF0E-9FE2-7933-BC7DD358C4E4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CCFF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Designed by Nibedita Sahu</a:t>
            </a:r>
            <a:endParaRPr lang="en-IN" b="1" dirty="0">
              <a:solidFill>
                <a:srgbClr val="CCFFCC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86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55C6-D4A7-22F0-8D51-527475158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FFEBBC-7542-8CB6-F5ED-E22BA0E05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69174B-BA8A-0A87-490C-737BE0AF7C10}"/>
              </a:ext>
            </a:extLst>
          </p:cNvPr>
          <p:cNvSpPr txBox="1"/>
          <p:nvPr/>
        </p:nvSpPr>
        <p:spPr>
          <a:xfrm>
            <a:off x="952500" y="1273628"/>
            <a:ext cx="10287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Understand Customer Behavior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Analyze engagement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Purchase patterns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Activity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Predict Future Actions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Estimate each customer’s likelihood to: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Churn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Purchase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 Targeting Decisions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Rank customers based on expected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Select top customers within budget constraints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7D5912-C6C0-164E-5594-965F5DE7B0E3}"/>
              </a:ext>
            </a:extLst>
          </p:cNvPr>
          <p:cNvSpPr/>
          <p:nvPr/>
        </p:nvSpPr>
        <p:spPr>
          <a:xfrm>
            <a:off x="3412671" y="5485904"/>
            <a:ext cx="5366657" cy="7787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86BB6-68D1-600F-2F9C-C1074016EF2F}"/>
              </a:ext>
            </a:extLst>
          </p:cNvPr>
          <p:cNvSpPr txBox="1"/>
          <p:nvPr/>
        </p:nvSpPr>
        <p:spPr>
          <a:xfrm>
            <a:off x="952500" y="5613668"/>
            <a:ext cx="1028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Data → Predictions → Decisions</a:t>
            </a:r>
            <a:endParaRPr lang="en-IN" sz="28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12A30-A254-F4F2-6B07-4868EFA41E6B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CCFF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Designed by Nibedita Sahu</a:t>
            </a:r>
            <a:endParaRPr lang="en-IN" b="1" dirty="0">
              <a:solidFill>
                <a:srgbClr val="CCFFCC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4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C3C4-6A74-DBCA-C577-E9B83E09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DDD2B7-68DF-6BF8-42AC-919E1648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76BE2-2E05-E72F-F8B0-11BDD6A2FEDE}"/>
              </a:ext>
            </a:extLst>
          </p:cNvPr>
          <p:cNvSpPr txBox="1"/>
          <p:nvPr/>
        </p:nvSpPr>
        <p:spPr>
          <a:xfrm>
            <a:off x="952501" y="1349828"/>
            <a:ext cx="553538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 Value is Uneven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small group of customers contributes significantly more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High-value customers show more consistent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Engagement Drives Purchases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 with higher interaction levels are more likely to buy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 engagement is a strong indicator of inactivity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Inactivity Signals Churn Risk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 with long inactivity periods are more likely to churn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Recent engagement reduces churn likelihood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7FDE3-BD28-F621-CF0D-5009C14B8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943" y="1290445"/>
            <a:ext cx="4931229" cy="447402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D62029-7A7B-B403-6758-84F5C2216C6C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CCFF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Designed by Nibedita Sahu</a:t>
            </a:r>
            <a:endParaRPr lang="en-IN" b="1" dirty="0">
              <a:solidFill>
                <a:srgbClr val="CCFFCC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906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BCE3-36CF-05E1-0E70-25FD53E6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25B20C-C5D5-7B0E-CBEC-C7063D771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 TARGETING STRATEGY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49690-5F2B-8A31-22C3-26F66319F8B0}"/>
              </a:ext>
            </a:extLst>
          </p:cNvPr>
          <p:cNvSpPr txBox="1"/>
          <p:nvPr/>
        </p:nvSpPr>
        <p:spPr>
          <a:xfrm>
            <a:off x="952500" y="1349828"/>
            <a:ext cx="41420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Key Idea: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 were evaluated based 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Likelihood to purchase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Risk of churn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Decision Logic: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Prioritized customers with: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 purchase likelihood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Manageable churn risk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4EE355-C846-A39C-AB69-4F27D060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629" y="1349828"/>
            <a:ext cx="6074757" cy="45937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8CEF7C-FD8B-B09C-2E2E-FEB5F5C6E922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CCFF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Designed by Nibedita Sahu</a:t>
            </a:r>
            <a:endParaRPr lang="en-IN" b="1" dirty="0">
              <a:solidFill>
                <a:srgbClr val="CCFFCC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67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98EE-1F2D-57B6-C02E-01F7EC0E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601AA0-755D-29A3-9AFF-808DD2E99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366485"/>
            <a:ext cx="9144000" cy="722087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BUSINESS 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C5E84-DB8F-9FBE-E261-9EEA948CC1DF}"/>
              </a:ext>
            </a:extLst>
          </p:cNvPr>
          <p:cNvSpPr txBox="1"/>
          <p:nvPr/>
        </p:nvSpPr>
        <p:spPr>
          <a:xfrm>
            <a:off x="952500" y="1349828"/>
            <a:ext cx="103468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Key Outcome: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Targeting a small subset of customers drives significant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Efficiency Insight: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Focused campaigns maximize returns with minimal cost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1559B-EF0E-D7A0-4650-C66C60A09906}"/>
              </a:ext>
            </a:extLst>
          </p:cNvPr>
          <p:cNvSpPr txBox="1"/>
          <p:nvPr/>
        </p:nvSpPr>
        <p:spPr>
          <a:xfrm>
            <a:off x="5823858" y="6260682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CCFF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Designed by Nibedita Sahu</a:t>
            </a:r>
            <a:endParaRPr lang="en-IN" b="1" dirty="0">
              <a:solidFill>
                <a:srgbClr val="CCFFCC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0FCD37-31D5-C324-C28C-33E12BFA7837}"/>
              </a:ext>
            </a:extLst>
          </p:cNvPr>
          <p:cNvSpPr txBox="1"/>
          <p:nvPr/>
        </p:nvSpPr>
        <p:spPr>
          <a:xfrm>
            <a:off x="922562" y="4711912"/>
            <a:ext cx="10346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data-driven targeting strategy delivers high impact with low investment.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09000-8D0F-8665-D363-C35C7067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39" y="2934523"/>
            <a:ext cx="9450119" cy="14289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1728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8217D-CEC4-3A6D-D0BA-AAED6670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A39E84-B55B-766C-C470-248B5EB24D7E}"/>
              </a:ext>
            </a:extLst>
          </p:cNvPr>
          <p:cNvSpPr txBox="1">
            <a:spLocks/>
          </p:cNvSpPr>
          <p:nvPr/>
        </p:nvSpPr>
        <p:spPr>
          <a:xfrm>
            <a:off x="1524000" y="1215740"/>
            <a:ext cx="9144000" cy="50326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8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THANK YOU</a:t>
            </a:r>
          </a:p>
          <a:p>
            <a:endParaRPr lang="en-IN" sz="4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4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4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 Retention &amp; Revenue Optimization System</a:t>
            </a:r>
          </a:p>
          <a:p>
            <a:r>
              <a:rPr lang="en-IN" sz="36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Nibedita Sahu</a:t>
            </a:r>
          </a:p>
        </p:txBody>
      </p:sp>
    </p:spTree>
    <p:extLst>
      <p:ext uri="{BB962C8B-B14F-4D97-AF65-F5344CB8AC3E}">
        <p14:creationId xmlns:p14="http://schemas.microsoft.com/office/powerpoint/2010/main" val="21494129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255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Gill Sans MT</vt:lpstr>
      <vt:lpstr>Parcel</vt:lpstr>
      <vt:lpstr>Customer Retention &amp; Revenue Optimization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Nibedita Sahu</dc:creator>
  <cp:lastModifiedBy>Nibedita Sahu</cp:lastModifiedBy>
  <cp:revision>1</cp:revision>
  <dcterms:created xsi:type="dcterms:W3CDTF">2026-04-18T12:43:04Z</dcterms:created>
  <dcterms:modified xsi:type="dcterms:W3CDTF">2026-04-18T14:01:40Z</dcterms:modified>
</cp:coreProperties>
</file>